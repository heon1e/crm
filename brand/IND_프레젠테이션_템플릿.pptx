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spPr>
            <a:solidFill>
              <a:srgbClr val="00753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3A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2026(예상)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87.9</c:v>
                </c:pt>
                <c:pt idx="1">
                  <c:v>115.6</c:v>
                </c:pt>
                <c:pt idx="2">
                  <c:v>125.2</c:v>
                </c:pt>
                <c:pt idx="3">
                  <c:v>153.2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E3A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7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0"/>
        <c:axPos val="l"/>
        <c:majorGridlines>
          <c:spPr>
            <a:ln w="9525" cap="flat">
              <a:solidFill>
                <a:srgbClr val="DC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A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로고·태그라인은 고정하고 제목/부제/날짜만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항목 수가 달라지면 y 간격 1.02를 조정한다.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간지. 장이 바뀔 때마다 넣는다. 번호와 제목만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세 개. 첫 칸만 연초록으로 눌러 시선을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글, 오른쪽 그림. 회색 칸에 사진을 올려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카탈로그 p3 적재용량 비교표와 같은 형식.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막대는 브랜드 초록 한 색으로. 여러 색을 쓰면 카탈로그와 어긋난다.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카탈로그 뒷표지와 같은 형식이다.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  |  PACKAGING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77240" y="566928"/>
            <a:ext cx="10637215" cy="0"/>
          </a:xfrm>
          <a:prstGeom prst="line">
            <a:avLst/>
          </a:prstGeom>
          <a:noFill/>
          <a:ln w="9525">
            <a:solidFill>
              <a:srgbClr val="DC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91072"/>
            <a:ext cx="10637215" cy="0"/>
          </a:xfrm>
          <a:prstGeom prst="line">
            <a:avLst/>
          </a:prstGeom>
          <a:noFill/>
          <a:ln w="9525">
            <a:solidFill>
              <a:srgbClr val="DC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355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A0A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아이앤디 주식회사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RM_Data\brand\assets\dots_tl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-548640" y="-822960"/>
            <a:ext cx="4206240" cy="3566160"/>
          </a:xfrm>
          <a:prstGeom prst="rect">
            <a:avLst/>
          </a:prstGeom>
        </p:spPr>
      </p:pic>
      <p:pic>
        <p:nvPicPr>
          <p:cNvPr id="3" name="Image 1" descr="D:\CRM_Data\brand\assets\dots_br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351215" y="4206240"/>
            <a:ext cx="4206240" cy="2926080"/>
          </a:xfrm>
          <a:prstGeom prst="rect">
            <a:avLst/>
          </a:prstGeom>
        </p:spPr>
      </p:pic>
      <p:pic>
        <p:nvPicPr>
          <p:cNvPr id="4" name="Image 2" descr="D:\CRM_Data\brand\assets\ind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377440" cy="12161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3383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품질이 큰 차이를 만듭니다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777240" y="39776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발표 제목을 여기에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777240" y="4892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부제 · 대상 · 목적을 한 줄로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777240" y="5715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00. 00   |   영업본부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10637215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9A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2075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404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어디에 있는가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81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9A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45920" y="30998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무엇이 걸림돌인가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10565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9A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4123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4453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하자는 것인가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1297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9A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45920" y="5148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5477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하면 무엇이 달라지는가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RM_Data\brand\assets\band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7724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현황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7724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장에서 다루는 내용을 한 줄로 적는다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숫자로 보는 현황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10637215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E6F2EA"/>
          </a:solidFill>
          <a:ln w="9525">
            <a:solidFill>
              <a:srgbClr val="DC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95728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125.2억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3401568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2025년 매출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전년 대비 +8.3%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4418" y="196596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F2F3F3"/>
          </a:solidFill>
          <a:ln w="9525">
            <a:solidFill>
              <a:srgbClr val="DC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8738" y="2395728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1,148곳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88738" y="3401568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8738" y="3749040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올해 신규 5곳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51597" y="1965960"/>
            <a:ext cx="3362858" cy="2697480"/>
          </a:xfrm>
          <a:prstGeom prst="roundRect">
            <a:avLst>
              <a:gd name="adj" fmla="val 2712"/>
            </a:avLst>
          </a:prstGeom>
          <a:solidFill>
            <a:srgbClr val="F2F3F3"/>
          </a:solidFill>
          <a:ln w="9525">
            <a:solidFill>
              <a:srgbClr val="DC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5917" y="2395728"/>
            <a:ext cx="2814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99.9%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25917" y="3401568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ERP 대사 일치율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5917" y="3749040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2024-12 ~ 2026-05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0A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숫자는 CRM 기준이며 부가세를 뺀 공급가액이다.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하자는 것인가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10637215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49985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첫 번째 요점을 한 문장으로 적는다.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번째 요점. 근거가 되는 숫자를 함께 둔다.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번째 요점. 길면 두 줄까지만.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네 번째 요점.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15888" y="1938528"/>
            <a:ext cx="4998568" cy="3566160"/>
          </a:xfrm>
          <a:prstGeom prst="roundRect">
            <a:avLst>
              <a:gd name="adj" fmla="val 2051"/>
            </a:avLst>
          </a:prstGeom>
          <a:solidFill>
            <a:srgbClr val="F2F3F3"/>
          </a:solidFill>
          <a:ln w="9525">
            <a:solidFill>
              <a:srgbClr val="DC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5888" y="3538728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A0A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사진 · 도표 자리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비교표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10637215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38528"/>
          <a:ext cx="106372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06040"/>
                <a:gridCol w="2468880"/>
                <a:gridCol w="25420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구분</a:t>
                      </a:r>
                      <a:endParaRPr lang="en-US" sz="130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아이앤디 IBC</a:t>
                      </a:r>
                      <a:endParaRPr lang="en-US" sz="130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타사 IBC</a:t>
                      </a:r>
                      <a:endParaRPr lang="en-US" sz="130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200L 드럼</a:t>
                      </a:r>
                      <a:endParaRPr lang="en-US" sz="130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적재 가능 수량(EA)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7538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20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18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80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총 적재 용량(L)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7538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20,000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18,000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16,000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공간 효율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7538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★★★★★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★★★★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★★★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적재 안정성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7538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우수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우수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보통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운송 효율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7538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높음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보통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E3A39"/>
                          </a:solidFill>
                          <a:latin typeface="NanumSquare" pitchFamily="34" charset="0"/>
                          <a:ea typeface="NanumSquare" pitchFamily="34" charset="-122"/>
                          <a:cs typeface="NanumSquare" pitchFamily="34" charset="-120"/>
                        </a:rPr>
                        <a:t>상대적으로 낮음</a:t>
                      </a:r>
                      <a:endParaRPr lang="en-US" sz="1250" dirty="0">
                        <a:latin typeface="NanumSquare" charset="0"/>
                        <a:ea typeface="NanumSquare" charset="0"/>
                        <a:cs typeface="NanumSquare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7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0A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칸마다 검은 실선을 두르지 않는다. 머리줄만 초록으로 눌러 준다.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매출 추이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10637215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87452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1874520"/>
            <a:ext cx="3413455" cy="1554480"/>
          </a:xfrm>
          <a:prstGeom prst="roundRect">
            <a:avLst>
              <a:gd name="adj" fmla="val 4706"/>
            </a:avLst>
          </a:prstGeom>
          <a:solidFill>
            <a:srgbClr val="E6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217627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3년 연속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075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자리 성장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01000" y="3657600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2023년 87.9억에서 2026년 예상 153.2억으로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연평균 20% 늘었다.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A0A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RM_Data\brand\assets\dots_br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985455" y="4023360"/>
            <a:ext cx="457200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3A3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77240" y="3611880"/>
            <a:ext cx="4937760" cy="0"/>
          </a:xfrm>
          <a:prstGeom prst="line">
            <a:avLst/>
          </a:prstGeom>
          <a:noFill/>
          <a:ln w="12700">
            <a:solidFill>
              <a:srgbClr val="DCDDDD"/>
            </a:solidFill>
            <a:prstDash val="solid"/>
          </a:ln>
        </p:spPr>
      </p:sp>
      <p:pic>
        <p:nvPicPr>
          <p:cNvPr id="5" name="Image 1" descr="D:\CRM_Data\brand\assets\in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160020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4892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아이앤디 주식회사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경기도 용인시 처인구 백암면 삼백로 367-20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Tel 031-334-9625, 031-335-9625   Fax 031-339-9625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E-mail idibc@daum.net   ·   www.idibc.kr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아이앤디 주식회사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 프레젠테이션 템플릿</dc:title>
  <dc:subject>PptxGenJS Presentation</dc:subject>
  <dc:creator>아이앤디 주식회사</dc:creator>
  <cp:lastModifiedBy>아이앤디 주식회사</cp:lastModifiedBy>
  <cp:revision>1</cp:revision>
  <dcterms:created xsi:type="dcterms:W3CDTF">2026-08-14T13:24:20Z</dcterms:created>
  <dcterms:modified xsi:type="dcterms:W3CDTF">2026-08-14T13:24:20Z</dcterms:modified>
</cp:coreProperties>
</file>